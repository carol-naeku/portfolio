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PROJECTS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OVERVIEW </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Data Refresh as at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Approved funding &amp; Project Average Funding Yearly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Projects  by Type Yearly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Summary Report- [ ONG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Projects by Network- [ ONG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Projects by Sector &amp; Network - [ ONG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Ongoing Projects by Expiry Status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Balance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 Amount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Balance after commitment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Disbursement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Commitment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Approved Funding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Total projects</a:t>
            </a:r>
            <a:endParaRPr dirty="0"/>
          </a:p>
          <a:p xmlns:a="http://schemas.openxmlformats.org/drawingml/2006/main">
            <a:r>
              <a:rPr b="0" dirty="0"/>
              <a:t>Total count of all Projects</a:t>
            </a:r>
            <a:endParaRPr dirty="0"/>
          </a:p>
          <a:p xmlns:a="http://schemas.openxmlformats.org/drawingml/2006/main">
            <a:r>
              <a:rPr b="0" dirty="0"/>
              <a:t/>
            </a:r>
            <a:endParaRPr dirty="0"/>
          </a:p>
          <a:p xmlns:a="http://schemas.openxmlformats.org/drawingml/2006/main">
            <a:r>
              <a:rPr b="1" dirty="0"/>
              <a:t>Data Last Refresh as at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textbox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f46f01a5-65b9-4d33-8e0d-ea9116c071fe?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4887e86a3cfb462d" /><Relationship Type="http://schemas.openxmlformats.org/officeDocument/2006/relationships/slideLayout" Target="/ppt/slideLayouts/slideLayout8.xml" Id="Rb28ee9c6f26a4939" /><Relationship Type="http://schemas.openxmlformats.org/officeDocument/2006/relationships/hyperlink" Target="https://app.powerbi.com/groups/me/reports/f46f01a5-65b9-4d33-8e0d-ea9116c071fe/?pbi_source=PowerPoint" TargetMode="External" Id="RelId0" /><Relationship Type="http://schemas.openxmlformats.org/officeDocument/2006/relationships/image" Target="/ppt/media/image4.png" Id="imgId118579416"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dec538cf8de9461f" /><Relationship Type="http://schemas.openxmlformats.org/officeDocument/2006/relationships/slideLayout" Target="/ppt/slideLayouts/slideLayout8.xml" Id="R7f10d277cf6c466e" /><Relationship Type="http://schemas.openxmlformats.org/officeDocument/2006/relationships/hyperlink" Target="https://app.powerbi.com/groups/me/reports/f46f01a5-65b9-4d33-8e0d-ea9116c071fe/?pbi_source=PowerPoint" TargetMode="External" Id="RelId1" /><Relationship Type="http://schemas.openxmlformats.org/officeDocument/2006/relationships/image" Target="/ppt/media/image5.png" Id="imgId118579417"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d161d2fe6ca94208" /><Relationship Type="http://schemas.openxmlformats.org/officeDocument/2006/relationships/slideLayout" Target="/ppt/slideLayouts/slideLayout8.xml" Id="Raf95d22fcfc94095" /><Relationship Type="http://schemas.openxmlformats.org/officeDocument/2006/relationships/hyperlink" Target="https://app.powerbi.com/groups/me/reports/f46f01a5-65b9-4d33-8e0d-ea9116c071fe/?pbi_source=PowerPoint" TargetMode="External" Id="RelId2" /><Relationship Type="http://schemas.openxmlformats.org/officeDocument/2006/relationships/image" Target="/ppt/media/image6.png" Id="imgId118579418"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UN Systems Projects report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7/2/2026 9:44:27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7/2/2026 9:38:37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PROJECTS ,textbox ,image ,image ,image ,OVERVIEW .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1857941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Homepage</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image ,image ,image ,image ,image ,image ,image ,textbox ,Data Refresh as at ,slicer ,slicer ,slicer ,slicer ,shape ,shape ,image ,pieChart ,Approved funding &amp; Project Average Funding Yearly ,pieChart ,Total Projects  by Type Yearly ,card ,card ,card ,slicer ,slicer ,slicer ,shape ,slicer ,slicer ,shape ,image.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1857941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Overview</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ummary Report- [ ONG ] ,Projects by Network- [ ONG ] ,Projects by Sector &amp; Network - [ ONG ] ,Ongoing Projects by Expiry Status ,slicer ,slicer ,slicer ,slicer ,slicer ,shape ,slicer ,slicer ,slicer ,slicer ,shape ,textbox ,Balance ,Advanced Amount ,Balance after commitment ,Disbursement ,Commitment ,Approved Funding ,Total projects ,Data Last Refresh as at ,image ,textbox ,image ,textbox ,image ,image ,image ,image ,image ,image ,image ,image ,actionButton ,actionButton ,actionButton ,actionButton ,actionButton ,image.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18579418"/>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Projects report</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